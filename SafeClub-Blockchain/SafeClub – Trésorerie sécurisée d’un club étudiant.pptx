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5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68AA3-9F5C-AC45-E83D-4401E8E17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0308FB-E34A-A960-C6A3-82E320686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A94BF-9392-52FC-9BD2-B7FB322AD3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7B918-5E17-CAE9-13DF-8E73F583B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58423-9975-33D2-F783-C3051B2BD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966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99011-8513-17E7-F013-2BB906CB4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9E676-5A7F-6869-3613-0C05E7654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7ED89-1C25-2B20-272B-2CD8E479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7F243-45AF-44F7-6BEC-AB85BF9B6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41046F-9FEE-902E-0277-7700F2BF0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66192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A8A698-886A-B5EC-27D3-5FB11C28B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185E4D-6F85-D872-EF7C-7E29A19C6C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88B8B1-61D2-DBC7-40D6-A00BBE579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B3908-3B8A-4D2E-8B2C-EB3371DCA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97EED-C91C-10A8-EAA0-08F75D8B5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2318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3EBDE-0F39-B7BB-6065-89AEC3C7AE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56BA-903F-6968-714D-3435A4F739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662805-499F-0731-727D-D530352F30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70BA2E-BAC0-887B-EB99-006099DB7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AC336D-56C8-82DF-2B77-3F87A79DC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A7158-02D9-F8BF-9DB8-1302E1EC8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5071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A8147-757D-28BF-90F6-7E0B63BFC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8C709E-82B9-14AD-B86F-B1DCB16B2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74D99D-D8C0-28D2-437B-CD866DAA2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F856EF-4F64-9198-4393-5E614FA978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65056F1-3AAE-4FE2-658A-720A81A09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59A89D-344C-B380-D4CF-516497761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48356C-C431-68AA-A720-3E82B915FC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5B2DF92-94DE-1E11-BA8D-2DE0EE8A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190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AEFB4-740E-B0BC-C24E-839C00DC9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073864-DF5F-6078-DA7A-4B8A9907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B90C90-9997-7BD8-5305-70385A4B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D82246-60A0-352C-E696-3627FB8FB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805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E8A9EF-BE8C-4A71-55A3-094CF235C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8FEA1D-484A-DF7B-6518-AB912867B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E3D2A-815E-5554-A85A-0D3D751C8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47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776CB-B50E-F738-4E07-6F0799771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35902-3053-0EA8-A306-B8F9C4731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8AF5F1-3B55-6B01-BECE-DD08407EE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ECF15-0ABD-63B0-8AC8-D7A1570E0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04138-5C72-3BB9-0F96-323C7070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47980-F9DC-C4EB-DDC8-98C7A6FAF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2787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C914AB-A389-4A7F-3E21-6648C078A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5332E0-2EA0-BB00-4EBC-592868A989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43389B-76B7-4C9B-3445-B435045D97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C803A4-CA79-015B-A1C9-76D25FBD3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2CAB7-14CA-B902-1543-EE4FA9E33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A52B6D-2AA5-7AC2-1197-EF89B3BDF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4977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382E2-E7FF-CBE5-B4CF-CF0858E82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DC49CD-2649-7033-F689-5238ABE4D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700FC1-FC52-91C8-98A0-B09247850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30EA6-3B7B-96F8-311A-DF783179D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BD9C9A-5631-7AB8-8EFF-19774C15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9509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35A584-BD7F-EC1B-7900-E59B1FB0D3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4EB132-5E9D-DAF8-F08D-811AC10310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3638B8-887C-496E-72C7-433E4A5C1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4E8A3-92CF-A3B5-3C25-3A57E3AC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A4896-2B03-D0C3-70CF-2233E77A5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7539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28EAAF-57F2-EB53-DC15-10B102E44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40E795-703F-43E2-8461-F94AF7A5C2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5A325-F755-51EB-7436-72F52D580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90B3F-C446-4D04-A2FE-0F1703B972C0}" type="datetimeFigureOut">
              <a:rPr lang="fr-FR" smtClean="0"/>
              <a:t>17/12/2025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62957-67FC-18CB-DBC0-447A1CCE63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F2B360-4EE7-ED1E-25E9-50FAB7F8E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2FD6B2-F906-4491-A94A-55AEA1E14140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10088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7B392-58F7-C09F-328A-058BCE0FA62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FR" dirty="0" err="1"/>
              <a:t>SafeClub</a:t>
            </a:r>
            <a:r>
              <a:rPr lang="fr-FR" dirty="0"/>
              <a:t> – Trésorerie sécurisée d’un club étudiant sur </a:t>
            </a:r>
            <a:r>
              <a:rPr lang="fr-FR" dirty="0" err="1"/>
              <a:t>Ethereum</a:t>
            </a:r>
            <a:endParaRPr lang="fr-FR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9FC397-0F93-3532-E29D-D98D2A615C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0898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C130-C31F-8C84-B98E-96A90293A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Objectif du projet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0C6BA-FEAA-3C88-4557-28E30309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Gestion sécurisée et transparente de la trésorerie ETH d’un club étudiant</a:t>
            </a:r>
          </a:p>
          <a:p>
            <a:r>
              <a:rPr lang="fr-FR" dirty="0"/>
              <a:t>créer des propositions, </a:t>
            </a:r>
          </a:p>
          <a:p>
            <a:r>
              <a:rPr lang="fr-FR" dirty="0"/>
              <a:t>voter,</a:t>
            </a:r>
          </a:p>
          <a:p>
            <a:r>
              <a:rPr lang="fr-FR"/>
              <a:t> </a:t>
            </a:r>
            <a:r>
              <a:rPr lang="fr-FR" dirty="0"/>
              <a:t>exécuter des paiements sécurisés.</a:t>
            </a:r>
          </a:p>
        </p:txBody>
      </p:sp>
    </p:spTree>
    <p:extLst>
      <p:ext uri="{BB962C8B-B14F-4D97-AF65-F5344CB8AC3E}">
        <p14:creationId xmlns:p14="http://schemas.microsoft.com/office/powerpoint/2010/main" val="27861554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7FD1D-8309-60CE-54DD-1A8E66C9D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et fonctionnalités principales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DB1CF-F619-1C2E-0C97-483109F77B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1 Gestion des membres </a:t>
            </a:r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973E990-A1EB-1723-BED0-977F81574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232" y="2857164"/>
            <a:ext cx="6247945" cy="2920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602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303B7-993E-4F55-7C8F-74925105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DEDF5-088A-6491-DCDE-4A85A0966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et fonctionnalités principales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0A810-8D1A-098C-79BB-6186B7D6F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2 Réception des fonds ETH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Contrat reçoit des ETH via </a:t>
            </a:r>
            <a:r>
              <a:rPr lang="fr-FR" dirty="0" err="1"/>
              <a:t>receive</a:t>
            </a:r>
            <a:r>
              <a:rPr lang="fr-FR" dirty="0"/>
              <a:t>() et </a:t>
            </a:r>
            <a:r>
              <a:rPr lang="fr-FR" dirty="0" err="1"/>
              <a:t>deposit</a:t>
            </a:r>
            <a:r>
              <a:rPr lang="fr-FR" dirty="0"/>
              <a:t>()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E0B3F6-3663-C259-77B5-FB816818F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8475" y="2612173"/>
            <a:ext cx="9084515" cy="2934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427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3F4A8-D543-C12F-1082-D91F29B2A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6AE1C-4695-34CD-09D0-74620A515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et fonctionnalités principales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AECB36-917B-A33C-76C9-B26E7287D5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3 Propositions de dépenses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2B89F1-3F13-EFDB-6BAA-A7F1C37F1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550" y="2397974"/>
            <a:ext cx="6132156" cy="2314589"/>
          </a:xfrm>
          <a:prstGeom prst="rect">
            <a:avLst/>
          </a:prstGeom>
        </p:spPr>
      </p:pic>
      <p:sp>
        <p:nvSpPr>
          <p:cNvPr id="11" name="Rectangle 5">
            <a:extLst>
              <a:ext uri="{FF2B5EF4-FFF2-40B4-BE49-F238E27FC236}">
                <a16:creationId xmlns:a16="http://schemas.microsoft.com/office/drawing/2014/main" id="{F8543E86-E7B6-6915-782B-CFF26F5325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109" y="536841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Création par membres : montant, destinataire, description, délai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Chaque proposition possède un ID unique</a:t>
            </a:r>
          </a:p>
        </p:txBody>
      </p: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FD25B25-BAC4-CB2A-2A5B-CB30DC64C2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0502" y="2448554"/>
            <a:ext cx="2615381" cy="2251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042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F89F0-ECEF-7E55-34ED-9CFD7F0F33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1CCEE-D3EB-11D5-7C81-1A5C285FA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et fonctionnalités principales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B14A7-7083-592D-E24A-94E4A4CBB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4Vote des membres 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6482CC0-81C1-586B-0D21-E704AF532A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776" y="2472812"/>
            <a:ext cx="3541379" cy="215818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1004189F-BDD0-FB85-E85A-52DC726D20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55" y="551589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 seul vote par proposition par membre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Vote pour ou contre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4D68203-3B16-F7AD-95D4-34B1DA464C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097"/>
          <a:stretch>
            <a:fillRect/>
          </a:stretch>
        </p:blipFill>
        <p:spPr>
          <a:xfrm>
            <a:off x="5326692" y="2754571"/>
            <a:ext cx="6361952" cy="1630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801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00602-195B-B41D-0023-7B7B9AC26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5DCAD-CABD-1F22-8907-50456981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Architecture et fonctionnalités principales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004EF-BCBB-8ACE-F9B9-163C1E2FD4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74741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5 Exécution sécurisée des propositions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4146F9E-097F-EE6D-9DB1-76D8FB787D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0626" y="2358882"/>
            <a:ext cx="3809631" cy="172366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0F81E8-0228-B9F4-BB15-84BEFBD50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892" y="2599630"/>
            <a:ext cx="5757659" cy="1325563"/>
          </a:xfrm>
          <a:prstGeom prst="rect">
            <a:avLst/>
          </a:prstGeom>
        </p:spPr>
      </p:pic>
      <p:sp>
        <p:nvSpPr>
          <p:cNvPr id="14" name="Rectangle 3">
            <a:extLst>
              <a:ext uri="{FF2B5EF4-FFF2-40B4-BE49-F238E27FC236}">
                <a16:creationId xmlns:a16="http://schemas.microsoft.com/office/drawing/2014/main" id="{CC778F66-964C-3793-BE9F-B642CDB52F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722" y="4313412"/>
            <a:ext cx="7121501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Conditions : vote terminé, acceptée, fonds suffisants, non exécutée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Protection contre </a:t>
            </a: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reentrancy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avec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nonReentrant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Transfert ETH au bénéficiaire</a:t>
            </a:r>
          </a:p>
        </p:txBody>
      </p:sp>
    </p:spTree>
    <p:extLst>
      <p:ext uri="{BB962C8B-B14F-4D97-AF65-F5344CB8AC3E}">
        <p14:creationId xmlns:p14="http://schemas.microsoft.com/office/powerpoint/2010/main" val="2872494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FA64A-FA75-FF4A-E391-CB4174D0A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A0889-DA0F-A8A9-8E91-7A70CD777E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b="1" u="sng" dirty="0"/>
              <a:t>Analyse statique (détection des failles de sécurité, mauvaises pratiques)</a:t>
            </a:r>
            <a:endParaRPr lang="fr-F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37BCCCC-59CA-FDB7-AF55-4308D2AE7F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1137490" cy="4351338"/>
          </a:xfrm>
        </p:spPr>
        <p:txBody>
          <a:bodyPr>
            <a:normAutofit/>
          </a:bodyPr>
          <a:lstStyle/>
          <a:p>
            <a:endParaRPr lang="fr-FR" dirty="0"/>
          </a:p>
          <a:p>
            <a:r>
              <a:rPr lang="fr-FR" dirty="0"/>
              <a:t>Outils : </a:t>
            </a:r>
            <a:r>
              <a:rPr lang="fr-FR" b="1" dirty="0"/>
              <a:t>Remix Analyzer </a:t>
            </a:r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pPr marL="0" indent="0">
              <a:buNone/>
            </a:pPr>
            <a:r>
              <a:rPr lang="fr-FR" b="1" dirty="0" err="1"/>
              <a:t>nj</a:t>
            </a:r>
            <a:endParaRPr lang="fr-FR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F67A0F-7E7E-226B-0A17-1AA2AA7BB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815" y="2821858"/>
            <a:ext cx="2340240" cy="203425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6B96BBF-36DD-2C8C-5946-013445B69E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096" y="2821858"/>
            <a:ext cx="2232905" cy="1987830"/>
          </a:xfrm>
          <a:prstGeom prst="rect">
            <a:avLst/>
          </a:prstGeom>
        </p:spPr>
      </p:pic>
      <p:pic>
        <p:nvPicPr>
          <p:cNvPr id="14" name="Picture 13" descr="A screenshot of a message&#10;&#10;AI-generated content may be incorrect.">
            <a:extLst>
              <a:ext uri="{FF2B5EF4-FFF2-40B4-BE49-F238E27FC236}">
                <a16:creationId xmlns:a16="http://schemas.microsoft.com/office/drawing/2014/main" id="{25315C92-7B8F-1D34-47D0-7196DF0DEE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9042" y="2840766"/>
            <a:ext cx="2499360" cy="199644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ED5170E-3B64-9A6D-D87F-CEE0F8BE8556}"/>
              </a:ext>
            </a:extLst>
          </p:cNvPr>
          <p:cNvSpPr txBox="1"/>
          <p:nvPr/>
        </p:nvSpPr>
        <p:spPr>
          <a:xfrm>
            <a:off x="6204155" y="4850996"/>
            <a:ext cx="19566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Exécute un appel externe direct, ce qui peut entraîner des failles de sécurité comme la réentrance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03A29E-3D68-B9EA-EC72-8ABA050E03F0}"/>
              </a:ext>
            </a:extLst>
          </p:cNvPr>
          <p:cNvSpPr txBox="1"/>
          <p:nvPr/>
        </p:nvSpPr>
        <p:spPr>
          <a:xfrm>
            <a:off x="838200" y="4913815"/>
            <a:ext cx="195661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Les appels externes peuvent ouvrir la porte à des attaques de </a:t>
            </a:r>
            <a:r>
              <a:rPr lang="fr-FR" b="1" dirty="0" err="1"/>
              <a:t>reentrancy</a:t>
            </a:r>
            <a:endParaRPr lang="fr-FR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3BF82E-C1DA-47D2-8DCC-05D8F5AC5B28}"/>
              </a:ext>
            </a:extLst>
          </p:cNvPr>
          <p:cNvSpPr txBox="1"/>
          <p:nvPr/>
        </p:nvSpPr>
        <p:spPr>
          <a:xfrm>
            <a:off x="3560096" y="4850996"/>
            <a:ext cx="19566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err="1"/>
              <a:t>block.timestamp</a:t>
            </a:r>
            <a:r>
              <a:rPr lang="en-GB" dirty="0"/>
              <a:t> can be influenced by miners</a:t>
            </a:r>
            <a:endParaRPr lang="fr-FR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8E793B0-E798-A745-24EE-9868852383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0927" y="2840766"/>
            <a:ext cx="1983434" cy="1977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932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1E3CA-D952-FE97-8867-53AE76B35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7FD3A-1DAF-14C7-90F0-1E51C3EC1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Modèle de menaces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AA4B53-9C1E-7361-5854-2A2C502E519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/>
              <a:t>Dépassement de gaz</a:t>
            </a:r>
          </a:p>
          <a:p>
            <a:pPr marL="0" indent="0">
              <a:buNone/>
            </a:pPr>
            <a:r>
              <a:rPr lang="fr-FR" sz="2000" dirty="0"/>
              <a:t>Fonctions impliquant des boucles sur de grandes structures de données pourraient dépasser la limite de gaz autorisée</a:t>
            </a:r>
            <a:endParaRPr lang="fr-FR" sz="2000" b="1" dirty="0"/>
          </a:p>
          <a:p>
            <a:r>
              <a:rPr lang="fr-FR" b="1" dirty="0"/>
              <a:t>Validation des montants/Vote hors délai</a:t>
            </a:r>
          </a:p>
          <a:p>
            <a:pPr marL="0" indent="0">
              <a:buNone/>
            </a:pPr>
            <a:r>
              <a:rPr lang="fr-FR" dirty="0"/>
              <a:t>un attaquant ou un utilisateur malveillant pourrait créer une proposition avec un montant nul (0 ETH)</a:t>
            </a:r>
          </a:p>
          <a:p>
            <a:pPr marL="0" indent="0">
              <a:buNone/>
            </a:pPr>
            <a:r>
              <a:rPr lang="fr-FR" dirty="0"/>
              <a:t>Permettre de voter après la date limite fausse le résultat des votes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B18E40-69FD-91F7-430B-FC8A4064C1A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b="1" dirty="0" err="1"/>
              <a:t>Reentrancy</a:t>
            </a:r>
            <a:r>
              <a:rPr lang="fr-FR" b="1" dirty="0"/>
              <a:t> Attack</a:t>
            </a:r>
          </a:p>
          <a:p>
            <a:pPr marL="0" indent="0">
              <a:buNone/>
            </a:pPr>
            <a:r>
              <a:rPr lang="fr-FR" sz="1700" dirty="0"/>
              <a:t>Un attaquant pourrait exploiter une fonction effectuant un appel externe (call) avant de mettre à jour l’état interne, provoquant un double retrait ou une manipulation des fonds.</a:t>
            </a:r>
            <a:br>
              <a:rPr lang="fr-FR" sz="1700" dirty="0"/>
            </a:br>
            <a:endParaRPr lang="fr-FR" sz="1700" b="1" dirty="0"/>
          </a:p>
          <a:p>
            <a:endParaRPr lang="fr-FR" b="1" dirty="0"/>
          </a:p>
          <a:p>
            <a:r>
              <a:rPr lang="fr-FR" b="1" dirty="0"/>
              <a:t>Votes multiples ou non autorisés</a:t>
            </a:r>
          </a:p>
          <a:p>
            <a:pPr marL="0" indent="0">
              <a:buNone/>
            </a:pPr>
            <a:r>
              <a:rPr lang="fr-FR" sz="2200" b="1" dirty="0"/>
              <a:t>Un m</a:t>
            </a:r>
            <a:r>
              <a:rPr lang="fr-FR" sz="2200" dirty="0"/>
              <a:t>embre pourrait tenter de voter plusieurs fois ou un tiers non membre pourrait essayer de voter</a:t>
            </a:r>
          </a:p>
        </p:txBody>
      </p:sp>
    </p:spTree>
    <p:extLst>
      <p:ext uri="{BB962C8B-B14F-4D97-AF65-F5344CB8AC3E}">
        <p14:creationId xmlns:p14="http://schemas.microsoft.com/office/powerpoint/2010/main" val="2506597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9D763-1676-4FE7-FB20-A8C16E5C5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D59D1-740F-771D-E35F-7636ACCC77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u="sng" dirty="0"/>
              <a:t>contre-mesures</a:t>
            </a:r>
            <a:endParaRPr lang="fr-F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3BB1F-B906-88D2-2AFD-50CD3C60827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fr-FR" dirty="0"/>
              <a:t>Contrôle d </a:t>
            </a:r>
            <a:r>
              <a:rPr lang="fr-FR" dirty="0" err="1"/>
              <a:t>acees</a:t>
            </a:r>
            <a:r>
              <a:rPr lang="fr-FR" dirty="0"/>
              <a:t> avec le modificateur de fonction : </a:t>
            </a:r>
            <a:r>
              <a:rPr lang="fr-FR" dirty="0" err="1"/>
              <a:t>only</a:t>
            </a:r>
            <a:r>
              <a:rPr lang="fr-FR" dirty="0"/>
              <a:t> </a:t>
            </a:r>
            <a:r>
              <a:rPr lang="fr-FR" dirty="0" err="1"/>
              <a:t>member</a:t>
            </a:r>
            <a:r>
              <a:rPr lang="fr-FR" dirty="0"/>
              <a:t> ()// </a:t>
            </a:r>
            <a:r>
              <a:rPr lang="fr-FR" dirty="0" err="1"/>
              <a:t>onlyowner</a:t>
            </a:r>
            <a:r>
              <a:rPr lang="fr-FR" dirty="0"/>
              <a:t>()</a:t>
            </a:r>
          </a:p>
          <a:p>
            <a:endParaRPr lang="fr-FR" b="1" dirty="0"/>
          </a:p>
          <a:p>
            <a:endParaRPr lang="fr-FR" b="1" dirty="0"/>
          </a:p>
          <a:p>
            <a:endParaRPr lang="fr-FR" b="1" dirty="0"/>
          </a:p>
          <a:p>
            <a:r>
              <a:rPr lang="fr-FR" b="1" dirty="0"/>
              <a:t>Validation montants et </a:t>
            </a:r>
            <a:r>
              <a:rPr lang="fr-FR" b="1" dirty="0" err="1"/>
              <a:t>etats</a:t>
            </a:r>
            <a:endParaRPr lang="fr-FR" b="1" dirty="0"/>
          </a:p>
          <a:p>
            <a:endParaRPr lang="fr-FR" b="1" dirty="0"/>
          </a:p>
          <a:p>
            <a:endParaRPr lang="fr-FR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D9AB0A-ED18-C63E-8951-2551FA943F4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Pas de double vote </a:t>
            </a:r>
          </a:p>
          <a:p>
            <a:pPr marL="0" indent="0">
              <a:buNone/>
            </a:pPr>
            <a:r>
              <a:rPr lang="fr-FR" sz="1800" dirty="0"/>
              <a:t>garantit l’intégrité des votes et empêche les votes non autorisés.</a:t>
            </a:r>
            <a:br>
              <a:rPr lang="fr-FR" sz="1700" dirty="0"/>
            </a:br>
            <a:endParaRPr lang="fr-FR" sz="1700" b="1" dirty="0"/>
          </a:p>
          <a:p>
            <a:endParaRPr lang="fr-FR" b="1" dirty="0"/>
          </a:p>
          <a:p>
            <a:r>
              <a:rPr lang="fr-FR" dirty="0"/>
              <a:t>Pas de double exécution 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 err="1"/>
              <a:t>nonReentrant</a:t>
            </a:r>
            <a:endParaRPr lang="fr-F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342516-CB8B-286F-132D-CA48085D03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920" t="67815" r="50541" b="26583"/>
          <a:stretch>
            <a:fillRect/>
          </a:stretch>
        </p:blipFill>
        <p:spPr>
          <a:xfrm>
            <a:off x="521110" y="2989007"/>
            <a:ext cx="5279916" cy="439993"/>
          </a:xfrm>
          <a:prstGeom prst="rect">
            <a:avLst/>
          </a:prstGeom>
        </p:spPr>
      </p:pic>
      <p:pic>
        <p:nvPicPr>
          <p:cNvPr id="6" name="Picture 5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E9501C36-522C-00B1-B5CF-1B8C45107A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5979" r="51908" b="21176"/>
          <a:stretch>
            <a:fillRect/>
          </a:stretch>
        </p:blipFill>
        <p:spPr>
          <a:xfrm>
            <a:off x="1237739" y="4217886"/>
            <a:ext cx="2721597" cy="585095"/>
          </a:xfrm>
          <a:prstGeom prst="rect">
            <a:avLst/>
          </a:prstGeom>
        </p:spPr>
      </p:pic>
      <p:pic>
        <p:nvPicPr>
          <p:cNvPr id="7" name="Picture 6" descr="A computer screen with text&#10;&#10;AI-generated content may be incorrect.">
            <a:extLst>
              <a:ext uri="{FF2B5EF4-FFF2-40B4-BE49-F238E27FC236}">
                <a16:creationId xmlns:a16="http://schemas.microsoft.com/office/drawing/2014/main" id="{E67AC61A-C8EC-A0FC-A23A-0D0008356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1561" y="3181614"/>
            <a:ext cx="4351020" cy="104394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FFABFB9-1F0D-429D-300B-8716E5C7500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3941"/>
          <a:stretch>
            <a:fillRect/>
          </a:stretch>
        </p:blipFill>
        <p:spPr>
          <a:xfrm>
            <a:off x="6589151" y="5581543"/>
            <a:ext cx="4815840" cy="88444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5D9779F-3A33-ECA3-FB07-D17C41EA81B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5082556"/>
            <a:ext cx="542544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74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2D029-18F4-FAD5-85F2-3CAD60DA8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Interface Web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884926C9-448F-0592-2940-3612AC2302E4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87419" y="1516793"/>
            <a:ext cx="5640134" cy="38779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Affichage du solde total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Liste des propositions avec détails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(ID, description, montant, votes, statut)</a:t>
            </a:r>
            <a:endParaRPr lang="fr-FR" altLang="fr-FR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Interaction facile avec la blockchain via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Ethers.js</a:t>
            </a:r>
            <a:endParaRPr lang="fr-FR" altLang="fr-FR" sz="1800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fr-FR" dirty="0"/>
              <a:t>=&gt;Le site web permet une interaction facile avec la blockchain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36341E-741D-9E09-D070-1993E65C9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2977" y="1387290"/>
            <a:ext cx="6676884" cy="413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398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388</Words>
  <Application>Microsoft Office PowerPoint</Application>
  <PresentationFormat>Widescreen</PresentationFormat>
  <Paragraphs>104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Arial Unicode MS</vt:lpstr>
      <vt:lpstr>Office Theme</vt:lpstr>
      <vt:lpstr>SafeClub – Trésorerie sécurisée d’un club étudiant sur Ethereum</vt:lpstr>
      <vt:lpstr>Objectif du projet</vt:lpstr>
      <vt:lpstr>Architecture et fonctionnalités principales</vt:lpstr>
      <vt:lpstr>Architecture et fonctionnalités principales</vt:lpstr>
      <vt:lpstr>Architecture et fonctionnalités principales</vt:lpstr>
      <vt:lpstr>Architecture et fonctionnalités principales</vt:lpstr>
      <vt:lpstr>Architecture et fonctionnalités principales</vt:lpstr>
      <vt:lpstr>Analyse statique (détection des failles de sécurité, mauvaises pratiques)</vt:lpstr>
      <vt:lpstr>Modèle de menaces</vt:lpstr>
      <vt:lpstr>contre-mesures</vt:lpstr>
      <vt:lpstr>Interface Web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BOUDERBELA Chaima</dc:creator>
  <cp:lastModifiedBy>BOUDERBELA Chaima</cp:lastModifiedBy>
  <cp:revision>1</cp:revision>
  <dcterms:created xsi:type="dcterms:W3CDTF">2025-12-17T19:13:47Z</dcterms:created>
  <dcterms:modified xsi:type="dcterms:W3CDTF">2025-12-17T20:09:56Z</dcterms:modified>
</cp:coreProperties>
</file>